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583680"/>
            <a:ext cx="10698480" cy="0"/>
          </a:xfrm>
          <a:prstGeom prst="line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194560"/>
            <a:ext cx="54864" cy="1828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21031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中国摩托车行业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行研报告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46304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2025年行业回顾 · 竞争格局 · 趋势展望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5669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数据来源：中国摩托车商会 · 海关总署 · 上市公司年报 · 中商情报网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报告日期：2026年6月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行业概览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901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产销规模与关键指标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市场结构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4963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燃油·电动·大排量三分天下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品牌竞争格局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TOP10 销量排名与集中度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大排量市场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685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增长最快的赛道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1168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电动摩托车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4279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绿源反超雅迪，极核崛起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上市公司表现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4873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春风·隆鑫·钱江业绩对比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5212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出口市场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5468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从制造出海到品牌出海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806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08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11680" y="5806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趋势与展望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6062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高端化·电动化·精品化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01 行业概览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2,210.93万辆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2025年产量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+10.69%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46304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2,196.77万辆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33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2025年销量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+10.25%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1,336.57万辆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整车出口量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+21.33%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88.5亿美元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726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出口金额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726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+26.78%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1069848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5603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国内销售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860.2万辆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-3.45%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内销承压，通勤需求下滑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整车出口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1,336.57万辆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+21.33%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出口占比超60%，核心增长引擎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规上企业营收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1,462亿元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+12.80%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前11月数据，利润增37.73%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全产业链规模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≈万亿元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含摩旅、装备、保险等衍生消费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31520" y="3291840"/>
            <a:ext cx="106984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指标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06324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2025年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06440" y="33101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同比变化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36676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说明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02 市场结构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燃油摩托车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1,846万辆 · 占比 84.0%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通勤+大排量休闲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5029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834640"/>
            <a:ext cx="54864" cy="109728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电动摩托车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351万辆 · 占比 16.0%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增长+1.14%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10972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463040"/>
            <a:ext cx="54864" cy="109728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250cc+ 大排量休闲娱乐摩托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产销 95.37万辆 / 95.23万辆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同比 +23.3% / +25.87%（增速远超行业均值）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1069848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56032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排量段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销量(万辆)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同比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特征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250-400cc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54.1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+18.5%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入门级，国产主力区间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400-500cc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11.7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-9.4%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中间段承压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500-800cc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26.8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+42.3%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增速最快，品牌向上核心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800cc以上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2.6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+15.4%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以进口为主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950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排量段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429000" y="3950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销量(万辆)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3950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同比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549640" y="3950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特征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03 品牌竞争格局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大长江（豪爵）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1536192"/>
            <a:ext cx="685800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268.67万辆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连续23年销冠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隆鑫（隆鑫·无极）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4028727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640607" y="19385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157.83万辆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出口量行业第一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4140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宗申（宗申·赛科龙）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2487168"/>
            <a:ext cx="2907892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772" y="2414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113.92万辆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2414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含三轮车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28895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广东大冶（升仕·启典）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962656"/>
            <a:ext cx="2831060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2940" y="28895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110.91万辆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2889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双品牌高低通吃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364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新大洲本田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438144"/>
            <a:ext cx="2560487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367" y="33649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100.31万辆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0" y="3364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合资首破百万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广州豪进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3913632"/>
            <a:ext cx="1880226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32" name="Text 30"/>
          <p:cNvSpPr/>
          <p:nvPr/>
        </p:nvSpPr>
        <p:spPr>
          <a:xfrm>
            <a:off x="5492106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73.66万辆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8872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重庆银翔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4389120"/>
            <a:ext cx="1861082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37" name="Text 35"/>
          <p:cNvSpPr/>
          <p:nvPr/>
        </p:nvSpPr>
        <p:spPr>
          <a:xfrm>
            <a:off x="5472962" y="43159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72.91万辆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0" y="43159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三轮车大户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88720" y="47914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洛阳北方（大阳）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0" y="4864608"/>
            <a:ext cx="1557581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42" name="Text 40"/>
          <p:cNvSpPr/>
          <p:nvPr/>
        </p:nvSpPr>
        <p:spPr>
          <a:xfrm>
            <a:off x="5169461" y="47914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61.02万辆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01200" y="47914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内销占比59%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5266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88720" y="52669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五羊-本田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0" y="5340096"/>
            <a:ext cx="1518271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47" name="Text 45"/>
          <p:cNvSpPr/>
          <p:nvPr/>
        </p:nvSpPr>
        <p:spPr>
          <a:xfrm>
            <a:off x="5130151" y="526694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59.48万辆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0" y="5266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内销占比74%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5742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88720" y="5742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江门珠峰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74720" y="5815584"/>
            <a:ext cx="1350567" cy="2286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52" name="Text 50"/>
          <p:cNvSpPr/>
          <p:nvPr/>
        </p:nvSpPr>
        <p:spPr>
          <a:xfrm>
            <a:off x="4962447" y="5742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52.91万辆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601200" y="574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行业集中度：CR3 ≈ 24.6%  ·  CR10 ≈ 48.8%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04 大排量市场（≥250cc）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2025年：产销 95.37万辆 / 95.23万辆  ·  同比 +23.3% / +25.87%  ·  内销41.9万 / 出口53.3万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大排量品牌 TOP5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484632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春风动力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331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11.22万辆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450SR 单车销冠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4572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880360"/>
            <a:ext cx="48463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无极 VOGE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7.02万辆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CU525/DS525X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484632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钱江 QJMOTOR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6.48万辆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排量覆盖50-1200cc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48463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奔达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6.32万辆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巡航车市占率30%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663440"/>
            <a:ext cx="484632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09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本田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3.55万辆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合资品牌偏保守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细分品类市占率（示例）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仿赛车市场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春风44% · 钱江24% · 铃木15% · 珠峰14%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巡航车市场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奔达30% · 钱江21% · 无极20% · 春风17% · 豪爵8%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4114800"/>
            <a:ext cx="52120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核心洞察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46634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• 500-800cc 增速+42.3%，是最热赛道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• 大排量头部品牌与总销量排名差异显著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  豪爵总销第一，但大排未进前五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• 出口占比56%，且增速(+48.5%)远超内销(+5.4%)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• 春风450SR单车型3.7万辆，国产250cc+销冠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• 张雪机车2024年成立，当年产值达7.5亿元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05 电动摩托车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2025年：产销 361万辆 / 351万辆  ·  2026年1-5月：149万辆，+5.2%  ·  3月占国内摩托车总销量 43.69%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2025年 TOP3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4754880" cy="201168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排名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品牌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2025全年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雅迪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92.11万辆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绿源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59.15万辆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宗申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46.51万辆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2286000"/>
            <a:ext cx="47548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排名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974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品牌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262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2025全年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2026年1-5月 TOP5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286000"/>
          <a:ext cx="4754880" cy="237744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20116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排名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品牌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2026年1-5月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绿源 ▲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30.65万辆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雅迪 ▼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25.78万辆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春风极核 ▲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21.42万辆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新日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16.89万辆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宗申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16.27万辆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675120" y="2286000"/>
            <a:ext cx="47548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0"/>
          <p:cNvSpPr/>
          <p:nvPr/>
        </p:nvSpPr>
        <p:spPr>
          <a:xfrm>
            <a:off x="68122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排名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6410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品牌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4698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2026年1-5月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4754880"/>
            <a:ext cx="1069848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格局之变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05840" y="521208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绿源首次反超雅迪登顶电摩冠军 — 2026年1-5月领先近5万辆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春风极核(ZEEHO)成最大黑马 — 从零到行业第三仅用两年，代表燃油摩企电动化转型成功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行业格局从「雅迪独大」转向「绿源·雅迪·极核三强争霸」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新国标2025年底实施，加速行业洗牌 — TOP10市占率已达93.4%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06 上市公司表现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383280" cy="4206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春风动力 603129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行业第1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</a:rPr>
              <a:t>197.46亿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营收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</a:rPr>
              <a:t>17.34亿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净利润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全地形车 96.08亿 (48.7%)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燃油摩托 64.71亿 (32.8%)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电动两轮车 19.12亿 (9.7%)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1463040"/>
            <a:ext cx="3383280" cy="4206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463040"/>
            <a:ext cx="3383280" cy="54864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隆鑫通用 603766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行业第2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A64"/>
                </a:solidFill>
              </a:rPr>
              <a:t>191.35亿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营收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A64"/>
                </a:solidFill>
              </a:rPr>
              <a:t>16.48亿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350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净利润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摩托车及发动机 141.27亿 (73.8%)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无极系列收入 39.54亿 (+25.4%)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通用机械 43.55亿 (22.8%)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1463040"/>
            <a:ext cx="3383280" cy="4206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1463040"/>
            <a:ext cx="338328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钱江摩托 000913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行业第4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88888"/>
                </a:solidFill>
              </a:rPr>
              <a:t>≈59亿(估)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2296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营收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88888"/>
                </a:solidFill>
              </a:rPr>
              <a:t>≈4.3亿(估)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6926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净利润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背靠吉利科技集团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贝纳利+QJMOTOR双品牌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• 正推进精品化转型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数据来源：各公司2025年年报、三季报。钱江摩托全年数据基于前三季度推算，完整年报尚未发布。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07 出口市场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1,336.57万辆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2025年整车出口量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+21.33%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4630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88.5亿美元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332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出口金额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+26.78%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808万辆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2026年1-2月出口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+32.5%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53.3万辆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大排量出口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726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+48.5%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出口占比已超总销量 60%，成为行业增长主引擎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521208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出口趋势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从"通路车出口"到"品牌出海"：大排量玩乐车型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  在欧美渗透率从2020年趋近零升至10%+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春风、隆鑫、钱江等自主品牌加速海外渠道建设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2026年大排量出口预计 71.8万辆 (+33%)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摩托赛事成为品牌国际化的新名片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  （如张雪机车参与国际赛事提升品牌声量）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521208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A64"/>
                </a:solidFill>
              </a:rPr>
              <a:t>内销挑战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1605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国内燃油摩托销售 514.49万辆，同比 -6.18%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通勤类小排量需求持续萎缩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"禁限摩"政策在部分城市仍制约消费释放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消费升级趋势明确：大排量内销 +5.4%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低端产能过剩，价格战压力犹存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● 中国摩托车商会2026年6月发布倡议书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  呼吁抵制内卷、高质量发展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08 趋势与展望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3832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2286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高端化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500-800cc排量增速+42.3%，自主品牌产品力持续提升，CR3在中大排市场集中度达46.6%，品牌溢价能力增强。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463040"/>
            <a:ext cx="54864" cy="2286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电动化加速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新国标落地推动行业洗牌，电摩占国内销量比例突破40%。绿源反超雅迪、春风极核异军突起，竞争格局重塑。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463040"/>
            <a:ext cx="54864" cy="2286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全球化升级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从"制造出海"走向"品牌出海"，2026年大排量出口预计+33%。赛事营销、海外建厂成为品牌国际化新路径。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3832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23360"/>
            <a:ext cx="54864" cy="2286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生态扩容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全产业链规模迈向万亿元。骑行装备市场400亿（+20-30%）、摩旅、赛事、社群等衍生消费持续扩大产业边界。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33832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4023360"/>
            <a:ext cx="54864" cy="2286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产业出清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行业从价格战转向价值战，低端产能加速出清。摩托车商会呼吁行业自律，利润增速(+37.7%)远超营收增速(+12.8%)。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3832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4023360"/>
            <a:ext cx="54864" cy="2286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跨界入局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华为、小鹏等科技企业进入摩托车赛道，智能化（车联网、智能驾驶辅助）成为产品差异化新方向。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</a:rPr>
              <a:t>中国摩托车行业行研报告 ·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数据来源：中国摩托车商会 · 海关总署 · 中商情报网 · 上市公司年报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声明：本报告仅供参考，不构成投资建议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2026-06-25T12:00:43Z</dcterms:created>
  <dcterms:modified xsi:type="dcterms:W3CDTF">2026-06-25T12:00:43Z</dcterms:modified>
</cp:coreProperties>
</file>